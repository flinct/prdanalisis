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256" r:id="rId4"/>
    <p:sldId id="259" r:id="rId5"/>
    <p:sldId id="260" r:id="rId6"/>
    <p:sldId id="258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77639" y="658368"/>
            <a:ext cx="4297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A3FF"/>
                </a:solidFill>
                <a:latin typeface="Aptos"/>
              </a:rPr>
              <a:t>EXECUTIVE SPRINT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417320"/>
            <a:ext cx="79552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Sprint Progress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084831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B3BDCC"/>
                </a:solidFill>
                <a:latin typeface="Aptos"/>
              </a:rPr>
              <a:t>Weekly performance tracking, task breakdown, and strategic QA deliverables for Version 2.8.0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5440680"/>
            <a:ext cx="10195560" cy="658368"/>
          </a:xfrm>
          <a:prstGeom prst="roundRect">
            <a:avLst/>
          </a:prstGeom>
          <a:solidFill>
            <a:srgbClr val="10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5559552"/>
            <a:ext cx="18288" cy="420624"/>
          </a:xfrm>
          <a:prstGeom prst="rect">
            <a:avLst/>
          </a:prstGeom>
          <a:solidFill>
            <a:srgbClr val="2A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5559552"/>
            <a:ext cx="18288" cy="420624"/>
          </a:xfrm>
          <a:prstGeom prst="rect">
            <a:avLst/>
          </a:prstGeom>
          <a:solidFill>
            <a:srgbClr val="2A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5559552"/>
            <a:ext cx="8229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78A1DC"/>
                </a:solidFill>
                <a:latin typeface="Aptos"/>
              </a:rPr>
              <a:t>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5742432"/>
            <a:ext cx="23774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Dany — QA / Product Team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5559552"/>
            <a:ext cx="109728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78A1DC"/>
                </a:solidFill>
                <a:latin typeface="Aptos"/>
              </a:rPr>
              <a:t>TARGET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5742432"/>
            <a:ext cx="14630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Version 2.8.0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5559552"/>
            <a:ext cx="64008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78A1DC"/>
                </a:solidFill>
                <a:latin typeface="Aptos"/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5742432"/>
            <a:ext cx="137160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22 Juli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36792"/>
            <a:ext cx="32918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B80"/>
                </a:solidFill>
                <a:latin typeface="Aptos"/>
              </a:rPr>
              <a:t>Confidential — Internal QA &amp; Product Engineering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336792"/>
            <a:ext cx="7772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B80"/>
                </a:solidFill>
                <a:latin typeface="Aptos"/>
              </a:rPr>
              <a:t>Slide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Executive Progress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5560" y="502920"/>
            <a:ext cx="6400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2066543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36192"/>
            <a:ext cx="1645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TOTAL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76272"/>
            <a:ext cx="1737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Active Sprint Backlog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325880"/>
            <a:ext cx="2066543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536192"/>
            <a:ext cx="1645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OVERALL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1810512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ptos"/>
              </a:rPr>
              <a:t>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176272"/>
            <a:ext cx="1737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2C55E"/>
                </a:solidFill>
                <a:latin typeface="Aptos"/>
              </a:rPr>
              <a:t>On 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1325880"/>
            <a:ext cx="2066543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1536192"/>
            <a:ext cx="1645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  <a:latin typeface="Aptos"/>
              </a:rPr>
              <a:t>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1810512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176272"/>
            <a:ext cx="1737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100% Outcome Achieved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34656" y="1325880"/>
            <a:ext cx="2066543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1536192"/>
            <a:ext cx="1645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1810512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176272"/>
            <a:ext cx="1737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Active Development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2926080"/>
            <a:ext cx="10378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54680"/>
            <a:ext cx="3108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Aptos"/>
              </a:rPr>
              <a:t>Sprint Completion Progress 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154680"/>
            <a:ext cx="1371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Aptos"/>
              </a:rPr>
              <a:t>59% Completed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685032"/>
            <a:ext cx="9784080" cy="25603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3685032"/>
            <a:ext cx="5769864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224528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" y="4224528"/>
            <a:ext cx="1417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Task Completed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224528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6704" y="4224528"/>
            <a:ext cx="1417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Tasks In Progress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4224528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4224528"/>
            <a:ext cx="1417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Task In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224528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4224528"/>
            <a:ext cx="1417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New Task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5303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Sprint Progress v2.8.0 | QA Executive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46520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Slide 3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TASK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Status &amp; Difficulty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5560" y="502920"/>
            <a:ext cx="6400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51206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16752" y="1417320"/>
            <a:ext cx="49834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664208"/>
            <a:ext cx="2560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Task Status Distribution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194560"/>
            <a:ext cx="2057400" cy="2057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64208" y="2715768"/>
            <a:ext cx="1014984" cy="10149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40280" y="2148840"/>
            <a:ext cx="914400" cy="105156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48840" y="3017520"/>
            <a:ext cx="91440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8" y="3566160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92224" y="290779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ptos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317296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6B7280"/>
                </a:solidFill>
                <a:latin typeface="Aptos"/>
              </a:rPr>
              <a:t>TOTAL TASKS</a:t>
            </a:r>
          </a:p>
        </p:txBody>
      </p:sp>
      <p:sp>
        <p:nvSpPr>
          <p:cNvPr id="16" name="Oval 15"/>
          <p:cNvSpPr/>
          <p:nvPr/>
        </p:nvSpPr>
        <p:spPr>
          <a:xfrm>
            <a:off x="3794760" y="36118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3566160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In Progress (6)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56616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Aptos"/>
              </a:rPr>
              <a:t>66.7%</a:t>
            </a:r>
          </a:p>
        </p:txBody>
      </p:sp>
      <p:sp>
        <p:nvSpPr>
          <p:cNvPr id="19" name="Oval 18"/>
          <p:cNvSpPr/>
          <p:nvPr/>
        </p:nvSpPr>
        <p:spPr>
          <a:xfrm>
            <a:off x="3794760" y="4005072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3959352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Completed 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959352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Aptos"/>
              </a:rPr>
              <a:t>11.1%</a:t>
            </a:r>
          </a:p>
        </p:txBody>
      </p:sp>
      <p:sp>
        <p:nvSpPr>
          <p:cNvPr id="22" name="Oval 21"/>
          <p:cNvSpPr/>
          <p:nvPr/>
        </p:nvSpPr>
        <p:spPr>
          <a:xfrm>
            <a:off x="3794760" y="439826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352544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Review (1)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35254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Aptos"/>
              </a:rPr>
              <a:t>11.1%</a:t>
            </a:r>
          </a:p>
        </p:txBody>
      </p:sp>
      <p:sp>
        <p:nvSpPr>
          <p:cNvPr id="25" name="Oval 24"/>
          <p:cNvSpPr/>
          <p:nvPr/>
        </p:nvSpPr>
        <p:spPr>
          <a:xfrm>
            <a:off x="3794760" y="4791456"/>
            <a:ext cx="109728" cy="10972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4745736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New (1)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745736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Aptos"/>
              </a:rPr>
              <a:t>11.1%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664208"/>
            <a:ext cx="2560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Task Difficulty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423160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Easy Tasks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423160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tos"/>
              </a:rPr>
              <a:t>3 Tasks (33.3%)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743200"/>
            <a:ext cx="3749039" cy="201168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92240" y="2743200"/>
            <a:ext cx="1252728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291840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Medium Tasks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291840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tos"/>
              </a:rPr>
              <a:t>4 Tasks (44.4%)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3611880"/>
            <a:ext cx="3749039" cy="201168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92240" y="3611880"/>
            <a:ext cx="1664208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160520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Hard Tasks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160520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tos"/>
              </a:rPr>
              <a:t>2 Tasks (22.2%)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4480559"/>
            <a:ext cx="3749039" cy="201168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92240" y="4480559"/>
            <a:ext cx="841248" cy="20116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5303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Sprint Progress v2.8.0 | Task Distribution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446520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Slide 4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DETAILED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Task Progress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5560" y="502920"/>
            <a:ext cx="6400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1027664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697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ptos"/>
              </a:rPr>
              <a:t>TASK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137159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ptos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55448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ptos"/>
              </a:rPr>
              <a:t>DIFFICULTY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251459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ptos"/>
              </a:rPr>
              <a:t>PROGRESS (%)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554480"/>
            <a:ext cx="192023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ptos"/>
              </a:rPr>
              <a:t>COMPLETION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10058400" cy="914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01952"/>
            <a:ext cx="2651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Timeline Arrangement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5887" y="1892808"/>
            <a:ext cx="1115568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920240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IN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4648" y="1892808"/>
            <a:ext cx="86868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1920240"/>
            <a:ext cx="7589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EASY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1901952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70%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920240"/>
            <a:ext cx="2423160" cy="16459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1920240"/>
            <a:ext cx="169621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1901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Aptos"/>
              </a:rPr>
              <a:t>70%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258568"/>
            <a:ext cx="10058400" cy="914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331720"/>
            <a:ext cx="2651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Chatbot Classifier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75887" y="2322576"/>
            <a:ext cx="1115568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2350008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IN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4648" y="2322576"/>
            <a:ext cx="868680" cy="256032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9512" y="2350008"/>
            <a:ext cx="7589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Aptos"/>
              </a:rPr>
              <a:t>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23317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60%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2350008"/>
            <a:ext cx="2423160" cy="16459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2350008"/>
            <a:ext cx="1453896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33172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Aptos"/>
              </a:rPr>
              <a:t>60%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2688335"/>
            <a:ext cx="10058400" cy="914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761487"/>
            <a:ext cx="2651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Notification PRD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5887" y="2752344"/>
            <a:ext cx="1115568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0752" y="2779775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IN PROGRESS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84648" y="2752344"/>
            <a:ext cx="868680" cy="25603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9512" y="2779775"/>
            <a:ext cx="7589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Aptos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2761487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65%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2779775"/>
            <a:ext cx="2423160" cy="16459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0" y="2779775"/>
            <a:ext cx="1575054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2761487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Aptos"/>
              </a:rPr>
              <a:t>65%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3118103"/>
            <a:ext cx="10058400" cy="914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191255"/>
            <a:ext cx="2651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Mobile Ticketing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75887" y="3182111"/>
            <a:ext cx="1115568" cy="256032"/>
          </a:xfrm>
          <a:prstGeom prst="round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0752" y="3209543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Aptos"/>
              </a:rPr>
              <a:t>REVIEW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84648" y="3182111"/>
            <a:ext cx="868680" cy="25603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9512" y="3209543"/>
            <a:ext cx="7589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Aptos"/>
              </a:rPr>
              <a:t>MEDIUM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1112" y="3191255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80%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3209543"/>
            <a:ext cx="2423160" cy="16459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0" y="3209543"/>
            <a:ext cx="1938528" cy="1645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1240" y="3191255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F59E0B"/>
                </a:solidFill>
                <a:latin typeface="Aptos"/>
              </a:rPr>
              <a:t>80%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3547871"/>
            <a:ext cx="10058400" cy="914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3621023"/>
            <a:ext cx="2651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Prepare Script Testing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75887" y="3611879"/>
            <a:ext cx="1115568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30752" y="3639311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IN PROGRESS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84648" y="3611879"/>
            <a:ext cx="868680" cy="25603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39512" y="3639311"/>
            <a:ext cx="7589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Aptos"/>
              </a:rPr>
              <a:t>MEDIUM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1112" y="3621023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40%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3639311"/>
            <a:ext cx="2423160" cy="16459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15200" y="3639311"/>
            <a:ext cx="969264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21240" y="3621023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Aptos"/>
              </a:rPr>
              <a:t>40%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" y="3977639"/>
            <a:ext cx="10058400" cy="914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4050791"/>
            <a:ext cx="2651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Socket Testing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75887" y="4041647"/>
            <a:ext cx="1115568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30752" y="4069079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IN PROGRESS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84648" y="4041647"/>
            <a:ext cx="868680" cy="256032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39512" y="4069079"/>
            <a:ext cx="7589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Aptos"/>
              </a:rPr>
              <a:t>HARD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11112" y="4050791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35%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0" y="4069079"/>
            <a:ext cx="2423160" cy="16459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315200" y="4069079"/>
            <a:ext cx="848106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21240" y="4050791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Aptos"/>
              </a:rPr>
              <a:t>35%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" y="4407407"/>
            <a:ext cx="10058400" cy="914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" y="4480559"/>
            <a:ext cx="2651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Auto Tag Testing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75887" y="4471415"/>
            <a:ext cx="1115568" cy="25603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30752" y="4498847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6B7280"/>
                </a:solidFill>
                <a:latin typeface="Aptos"/>
              </a:rPr>
              <a:t>NEW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84648" y="4471415"/>
            <a:ext cx="868680" cy="25603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39512" y="4498847"/>
            <a:ext cx="7589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Aptos"/>
              </a:rPr>
              <a:t>MEDIUM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11112" y="4480559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ptos"/>
              </a:rPr>
              <a:t>10%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0" y="4498847"/>
            <a:ext cx="2423160" cy="16459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315200" y="4498847"/>
            <a:ext cx="242316" cy="164592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21240" y="4480559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10%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7240" y="4837175"/>
            <a:ext cx="10058400" cy="914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" y="4910327"/>
            <a:ext cx="2651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Mentor Intern QA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675887" y="4901183"/>
            <a:ext cx="1115568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30752" y="4928615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IN PROGRESS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84648" y="4901183"/>
            <a:ext cx="86868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39512" y="4928615"/>
            <a:ext cx="7589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EASY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11112" y="4910327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75%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0" y="4928615"/>
            <a:ext cx="2423160" cy="16459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315200" y="4928615"/>
            <a:ext cx="1817370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21240" y="4910327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Aptos"/>
              </a:rPr>
              <a:t>75%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240" y="5266943"/>
            <a:ext cx="10058400" cy="914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960" y="5340095"/>
            <a:ext cx="2651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Meeting SAP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75887" y="5330951"/>
            <a:ext cx="1115568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30752" y="5358383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2C55E"/>
                </a:solidFill>
                <a:latin typeface="Aptos"/>
              </a:rPr>
              <a:t>COMPLETED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184648" y="5330951"/>
            <a:ext cx="86868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39512" y="5358383"/>
            <a:ext cx="7589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Aptos"/>
              </a:rPr>
              <a:t>EASY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11112" y="5340095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ptos"/>
              </a:rPr>
              <a:t>100%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5200" y="5358383"/>
            <a:ext cx="2423160" cy="164592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315200" y="5358383"/>
            <a:ext cx="2423160" cy="16459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21240" y="5340095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2C55E"/>
                </a:solidFill>
                <a:latin typeface="Aptos"/>
              </a:rPr>
              <a:t>100%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6446520"/>
            <a:ext cx="5303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Sprint Progress v2.8.0 | Task Status Breakdown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32720" y="6446520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Slide 5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HISTORICAL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Last Week Task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5560" y="502920"/>
            <a:ext cx="6400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41148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63040"/>
            <a:ext cx="73152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Completed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3566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Timeline Arrangement: Timeline disusun dengan struktur baru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3566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RnD Chatbot: Research classifier telah selesai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78024"/>
            <a:ext cx="3566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Research Notification: BRD v0 berhasil diselesaikan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566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Research Mobile Ticketing: UI research selesai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08376"/>
            <a:ext cx="3566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Meeting SAP: Requirement alignment selesai disepakati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11880"/>
            <a:ext cx="41148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1188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822191"/>
            <a:ext cx="2926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Ongoing &amp; Mentoring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3566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Prepare Script Testing: Script awal sedang disiapkan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98264"/>
            <a:ext cx="3566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Testing Socket Message: Initial testing dalam eksekusi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81727"/>
            <a:ext cx="3566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Mentor Intern QA: Review &amp; mentoring rutin berjalan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1463040"/>
            <a:ext cx="598932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691640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Aptos"/>
              </a:rPr>
              <a:t>Project status quality assurance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1920240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Current performance of implemented quality assurance strategies</a:t>
            </a:r>
          </a:p>
        </p:txBody>
      </p:sp>
      <p:sp>
        <p:nvSpPr>
          <p:cNvPr id="23" name="Oval 22"/>
          <p:cNvSpPr/>
          <p:nvPr/>
        </p:nvSpPr>
        <p:spPr>
          <a:xfrm>
            <a:off x="5440680" y="2240280"/>
            <a:ext cx="1234440" cy="1234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0" y="256032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32704" y="2651760"/>
            <a:ext cx="868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65%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3547872"/>
            <a:ext cx="14630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ptos"/>
              </a:rPr>
              <a:t>Overall progress</a:t>
            </a:r>
          </a:p>
        </p:txBody>
      </p:sp>
      <p:sp>
        <p:nvSpPr>
          <p:cNvPr id="27" name="Oval 26"/>
          <p:cNvSpPr/>
          <p:nvPr/>
        </p:nvSpPr>
        <p:spPr>
          <a:xfrm>
            <a:off x="7040880" y="2331720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25603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ptos"/>
              </a:rPr>
              <a:t>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24912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Completed</a:t>
            </a:r>
          </a:p>
        </p:txBody>
      </p:sp>
      <p:sp>
        <p:nvSpPr>
          <p:cNvPr id="30" name="Oval 29"/>
          <p:cNvSpPr/>
          <p:nvPr/>
        </p:nvSpPr>
        <p:spPr>
          <a:xfrm>
            <a:off x="8001000" y="2331720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5603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ptos"/>
              </a:rPr>
              <a:t>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724912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Completed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0" y="233172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25603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ptos"/>
              </a:rPr>
              <a:t>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724912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57%</a:t>
            </a:r>
          </a:p>
        </p:txBody>
      </p:sp>
      <p:sp>
        <p:nvSpPr>
          <p:cNvPr id="36" name="Oval 35"/>
          <p:cNvSpPr/>
          <p:nvPr/>
        </p:nvSpPr>
        <p:spPr>
          <a:xfrm>
            <a:off x="10012680" y="233172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19" y="25603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ptos"/>
              </a:rPr>
              <a:t>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2724912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Wait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95160" y="3154680"/>
            <a:ext cx="16002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68312" y="3227832"/>
            <a:ext cx="14538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  <a:latin typeface="Aptos"/>
              </a:rPr>
              <a:t>Project summary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2520" y="3154680"/>
            <a:ext cx="16002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05672" y="3227832"/>
            <a:ext cx="14538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  <a:latin typeface="Aptos"/>
              </a:rPr>
              <a:t>Avg. time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69880" y="3154680"/>
            <a:ext cx="41148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95160" y="45720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68312" y="4645152"/>
            <a:ext cx="14538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  <a:latin typeface="Aptos"/>
              </a:rPr>
              <a:t>Overdue tasks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32520" y="45720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05672" y="4645152"/>
            <a:ext cx="14538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  <a:latin typeface="Aptos"/>
              </a:rPr>
              <a:t>Project budget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69880" y="4572000"/>
            <a:ext cx="411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69680" y="3840480"/>
            <a:ext cx="146304" cy="320040"/>
          </a:xfrm>
          <a:prstGeom prst="rect">
            <a:avLst/>
          </a:prstGeom>
          <a:solidFill>
            <a:srgbClr val="2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25711" y="3904487"/>
            <a:ext cx="146304" cy="256032"/>
          </a:xfrm>
          <a:prstGeom prst="rect">
            <a:avLst/>
          </a:prstGeom>
          <a:solidFill>
            <a:srgbClr val="2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81744" y="3959352"/>
            <a:ext cx="146304" cy="201168"/>
          </a:xfrm>
          <a:prstGeom prst="rect">
            <a:avLst/>
          </a:prstGeom>
          <a:solidFill>
            <a:srgbClr val="2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37776" y="3703320"/>
            <a:ext cx="146304" cy="457200"/>
          </a:xfrm>
          <a:prstGeom prst="rect">
            <a:avLst/>
          </a:prstGeom>
          <a:solidFill>
            <a:srgbClr val="2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93808" y="3877056"/>
            <a:ext cx="146304" cy="283464"/>
          </a:xfrm>
          <a:prstGeom prst="rect">
            <a:avLst/>
          </a:prstGeom>
          <a:solidFill>
            <a:srgbClr val="2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515600" y="4709160"/>
            <a:ext cx="292608" cy="914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515600" y="4946904"/>
            <a:ext cx="292608" cy="91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515600" y="5184648"/>
            <a:ext cx="292608" cy="91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5760720"/>
            <a:ext cx="53949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ptos"/>
              </a:rPr>
              <a:t>This graph/chart is linked to excel, and changes automatically based on data.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46520"/>
            <a:ext cx="5303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Sprint Progress v2.8.0 | Minggu Lalu 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6446520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Slide 6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2572</Words>
  <Application>WPS Presentation</Application>
  <PresentationFormat>On-screen Show (4:3)</PresentationFormat>
  <Paragraphs>331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Flinct</cp:lastModifiedBy>
  <cp:revision>5</cp:revision>
  <dcterms:created xsi:type="dcterms:W3CDTF">2013-01-27T09:14:00Z</dcterms:created>
  <dcterms:modified xsi:type="dcterms:W3CDTF">2026-07-22T15:01:06Z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A9653FF63C7F44FBB15C21B5A0815108_12</vt:lpwstr>
  </property>
</Properties>
</file>