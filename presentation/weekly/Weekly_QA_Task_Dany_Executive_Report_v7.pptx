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6" r:id="rId4"/>
    <p:sldId id="259" r:id="rId5"/>
    <p:sldId id="260" r:id="rId6"/>
    <p:sldId id="258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WEEKLY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EC8DC"/>
                </a:solidFill>
              </a:defRPr>
            </a:pPr>
            <a:r>
              <a:t>Executive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01168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9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Total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097280"/>
            <a:ext cx="201168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59%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Overall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Task by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In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404872"/>
            <a:ext cx="24688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788920"/>
            <a:ext cx="4114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614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4553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172968"/>
            <a:ext cx="4114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14553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958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New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557015"/>
            <a:ext cx="4114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52958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011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Task by Difficulty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3774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Easy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404872"/>
            <a:ext cx="1234440" cy="164592"/>
          </a:xfrm>
          <a:prstGeom prst="rect">
            <a:avLst/>
          </a:prstGeom>
          <a:solidFill>
            <a:srgbClr val="5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3774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76148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788920"/>
            <a:ext cx="1645920" cy="164592"/>
          </a:xfrm>
          <a:prstGeom prst="rect">
            <a:avLst/>
          </a:prstGeom>
          <a:solidFill>
            <a:srgbClr val="5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7614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14553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Hard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172968"/>
            <a:ext cx="822960" cy="164592"/>
          </a:xfrm>
          <a:prstGeom prst="rect">
            <a:avLst/>
          </a:prstGeom>
          <a:solidFill>
            <a:srgbClr val="5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14553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Overall 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663440"/>
            <a:ext cx="7315200" cy="256032"/>
          </a:xfrm>
          <a:prstGeom prst="rect">
            <a:avLst/>
          </a:prstGeom>
          <a:solidFill>
            <a:srgbClr val="1C35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663440"/>
            <a:ext cx="431596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5720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59%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DANY</a:t>
            </a:r>
          </a:p>
          <a:p>
            <a:pPr>
              <a:defRPr sz="1000">
                <a:solidFill>
                  <a:srgbClr val="BEC8DC"/>
                </a:solidFill>
              </a:defRPr>
            </a:pPr>
            <a:r>
              <a:rPr lang="en-US"/>
              <a:t>QA / </a:t>
            </a:r>
            <a:r>
              <a:t>Product Team Lead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t>Ver 2.8.0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rPr lang="en-US"/>
              <a:t>22 - 07 - 2026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73152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5F5"/>
                </a:solidFill>
              </a:defRPr>
            </a:pPr>
            <a:r>
              <a:t>9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5F5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5F5"/>
                </a:solidFill>
              </a:defRPr>
            </a:pPr>
            <a:r>
              <a:t>7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In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5F5F5"/>
                </a:solidFill>
              </a:defRPr>
            </a:pPr>
            <a:r>
              <a:t>6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Blocker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607040" cy="4114800"/>
          </a:xfrm>
          <a:prstGeom prst="rect">
            <a:avLst/>
          </a:prstGeom>
          <a:solidFill>
            <a:srgbClr val="1C3560"/>
          </a:solidFill>
          <a:ln>
            <a:solidFill>
              <a:srgbClr val="2D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60704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TASK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Task | Status | Difficulty | Progress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Timeline Arrangement | In Progress | Easy | 70%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Chatbot Classifier | In Progress | Hard | 60%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Notification PRD | In Progress | Medium | 65%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Mobile Ticketing | Review | Medium | 80%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Prepare Script | In Progress | Medium | 40%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Socket Testing | In Progress | Hard | 35%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Auto Tag Testing | New | Medium | 10%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Mentor Intern | In Progress | Easy | 75%</a:t>
            </a:r>
          </a:p>
          <a:p>
            <a:pPr>
              <a:defRPr sz="1400">
                <a:solidFill>
                  <a:srgbClr val="F5F5F5"/>
                </a:solidFill>
              </a:defRPr>
            </a:pPr>
            <a:r>
              <a:t>• Meeting SAP | Completed | Easy | 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97280"/>
            <a:ext cx="11155680" cy="539496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9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Total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7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In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New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F5F5"/>
                </a:solidFill>
              </a:defRPr>
            </a:pPr>
            <a:r>
              <a:t>6</a:t>
            </a:r>
          </a:p>
          <a:p>
            <a:pPr algn="ctr">
              <a:defRPr sz="1100">
                <a:solidFill>
                  <a:srgbClr val="BEC8DC"/>
                </a:solidFill>
              </a:defRPr>
            </a:pPr>
            <a:r>
              <a:t>Blocker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WEEKLY CHECKPOINT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820" y="164592"/>
            <a:ext cx="5303520" cy="86868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01168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WEEKLY EXECUTIVE SUMMARY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658368" y="6035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C"/>
                </a:solidFill>
              </a:defRPr>
            </a:pPr>
            <a:r>
              <a:t>Sprint Progress • Version 2.8.0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DANY</a:t>
            </a:r>
          </a:p>
          <a:p>
            <a:pPr>
              <a:defRPr sz="1000">
                <a:solidFill>
                  <a:srgbClr val="BEC8DC"/>
                </a:solidFill>
              </a:defRPr>
            </a:pPr>
            <a:r>
              <a:rPr lang="en-US"/>
              <a:t>QA / </a:t>
            </a:r>
            <a:r>
              <a:t>Product Team Lead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t>Ver 2.8.0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rPr lang="en-US"/>
              <a:t>22 - 07 - 2026</a:t>
            </a:r>
            <a:endParaRPr lang="en-US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1520" y="25603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15544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Timeline Arrangement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Chatbot Classifier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Notification PRD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Mobile Ticketing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Prepare Script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Socket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Auto Tag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Mentor Intern QA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Meeting SAP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MINGGU LALU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C"/>
                </a:solidFill>
              </a:defRPr>
            </a:pPr>
            <a:r>
              <a:t>Task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5029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</a:defRPr>
            </a:pPr>
            <a:r>
              <a:t>Completed &amp; Ongoing Tasks - Last Week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3657600"/>
              </a:tblGrid>
              <a:tr h="467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Notes / Outcome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Timeline Arrangement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Timeline disusun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RnD Chatbot &gt; Classifier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Research classifier selesai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Research Notification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BRD v0 selesai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Research Mobile Ticketing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UI research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Prepare Script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Script disiapkan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Testing Socket Message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Initial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Mentor QA Intern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Review &amp; mentoring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Meeting SAP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Requirement alignment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DANY</a:t>
            </a:r>
          </a:p>
          <a:p>
            <a:pPr>
              <a:defRPr sz="1000">
                <a:solidFill>
                  <a:srgbClr val="BEC8DC"/>
                </a:solidFill>
              </a:defRPr>
            </a:pPr>
            <a:r>
              <a:rPr lang="en-US"/>
              <a:t>QA / </a:t>
            </a:r>
            <a:r>
              <a:t>Product Team Lead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t>Ver 2.8.0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rPr lang="en-US"/>
              <a:t>22 - 07 - 2026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MINGGU BERJALAN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C"/>
                </a:solidFill>
              </a:defRPr>
            </a:pPr>
            <a:r>
              <a:t>Task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5029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</a:defRPr>
            </a:pPr>
            <a:r>
              <a:t>Current Week Activities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3657600"/>
              </a:tblGrid>
              <a:tr h="467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Notes / Outcome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Timeline Arrangement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Penyesuaian timeline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Classifier Testing Data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Persiapan dummy/testing data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Notification PRD v0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PRD + grooming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Mobile Ticketing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Menunggu feedback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Prepare Script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Automation script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Socket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Stability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Auto Tag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Persiapan test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Mentor QA Intern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Pendampingan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DANY</a:t>
            </a:r>
          </a:p>
          <a:p>
            <a:pPr>
              <a:defRPr sz="1000">
                <a:solidFill>
                  <a:srgbClr val="BEC8DC"/>
                </a:solidFill>
              </a:defRPr>
            </a:pPr>
            <a:r>
              <a:rPr lang="en-US"/>
              <a:t>QA / </a:t>
            </a:r>
            <a:r>
              <a:t>Product Team Lead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t>Ver 2.8.0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rPr lang="en-US"/>
              <a:t>22 - 07 - 2026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BLOCKING POINT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8DC"/>
                </a:solidFill>
              </a:defRPr>
            </a:pPr>
            <a:r>
              <a:t>QUALITY ASSURANCE ENGINEER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07040" cy="4937760"/>
          </a:xfrm>
          <a:prstGeom prst="rect">
            <a:avLst/>
          </a:prstGeom>
          <a:solidFill>
            <a:srgbClr val="1C3560"/>
          </a:solidFill>
          <a:ln>
            <a:solidFill>
              <a:srgbClr val="2D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0704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BLOCKING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• Dummy data perlu dipersiapkan untuk testing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Repository context harus sinkron agar AI akurat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Timeline improvement berubah mengikuti fitur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Audit UI/UX masih tahap breakdown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Code freeze setelah release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Monitoring production &amp; log</a:t>
            </a:r>
          </a:p>
          <a:p>
            <a:pPr>
              <a:defRPr sz="1600">
                <a:solidFill>
                  <a:srgbClr val="F5F5F5"/>
                </a:solidFill>
              </a:defRPr>
            </a:pPr>
            <a:r>
              <a:t>• Standardisasi error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DANY</a:t>
            </a:r>
          </a:p>
          <a:p>
            <a:pPr>
              <a:defRPr sz="1000">
                <a:solidFill>
                  <a:srgbClr val="BEC8DC"/>
                </a:solidFill>
              </a:defRPr>
            </a:pPr>
            <a:r>
              <a:rPr lang="en-US"/>
              <a:t>QA / </a:t>
            </a:r>
            <a:r>
              <a:t>Product Team Lead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t>Ver 2.8.0</a:t>
            </a:r>
          </a:p>
          <a:p>
            <a:pPr>
              <a:defRPr sz="1000">
                <a:solidFill>
                  <a:srgbClr val="2ECC71"/>
                </a:solidFill>
              </a:defRPr>
            </a:pPr>
            <a:r>
              <a:rPr lang="en-US"/>
              <a:t>22 - 07 - 2026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2572</Words>
  <Application>WPS Presentation</Application>
  <PresentationFormat>On-screen Show (4:3)</PresentationFormat>
  <Paragraphs>331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Flinct</cp:lastModifiedBy>
  <cp:revision>5</cp:revision>
  <dcterms:created xsi:type="dcterms:W3CDTF">2013-01-27T09:14:00Z</dcterms:created>
  <dcterms:modified xsi:type="dcterms:W3CDTF">2026-07-22T15:01:06Z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A9653FF63C7F44FBB15C21B5A0815108_12</vt:lpwstr>
  </property>
</Properties>
</file>